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3"/>
  </p:notesMasterIdLst>
  <p:handoutMasterIdLst>
    <p:handoutMasterId r:id="rId14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0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107" d="100"/>
          <a:sy n="107" d="100"/>
        </p:scale>
        <p:origin x="630" y="11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github.com/Vitry543/Healthcare-Analytics-For-Doctor-Visit-.gi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>
            <a:normAutofit fontScale="85000" lnSpcReduction="10000"/>
          </a:bodyPr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Manikanta Subbarao B</a:t>
            </a:r>
          </a:p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STU6424333ea35b91680094014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036" y="2307500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Analytics For Doctor Visit TIRTC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Analytics For Doctor Visit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systems often struggle with understanding the determinants of patient doctor visits, leading to inefficient resource allocation and unaddressed chronic or acute health needs.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Identifying why certain demographic and socioeconomic groups utilize medical consultations more frequently, and how factors like illness, insurance coverage, and income drive healthcare demand.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patient attributes to uncover utilization patterns and provide actionable insights for optimizing healthcare delivery.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E90F6A-448F-B72B-903E-F49B2AB540DA}"/>
              </a:ext>
            </a:extLst>
          </p:cNvPr>
          <p:cNvSpPr txBox="1"/>
          <p:nvPr/>
        </p:nvSpPr>
        <p:spPr>
          <a:xfrm>
            <a:off x="979394" y="2034192"/>
            <a:ext cx="70389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conducts an in-depth exploratory data analysis (EDA) on a healthcare dataset comprising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5,190 patient records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Variables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doctor visits.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gender, and scaled income.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status: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illnesses, reduced activity days, general health status score, and chronic conditions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nchronic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lchronic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status: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health insurance,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freepoor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(free government insurance due to low income),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freerepat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(free government insurance for repatriation/veterans).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Used: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cleaning, univariate distribution plotting (histograms, count plots), and bivariate correlation analysis using Python (Pandas, Seaborn, Matplotlib).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91A933-57A4-2B44-D690-CC071FBCCC76}"/>
              </a:ext>
            </a:extLst>
          </p:cNvPr>
          <p:cNvSpPr txBox="1"/>
          <p:nvPr/>
        </p:nvSpPr>
        <p:spPr>
          <a:xfrm>
            <a:off x="916641" y="2012594"/>
            <a:ext cx="61004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Healthcare Providers &amp; Clinicians (Doctors &amp; Nurses)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Primary care providers and clinic managers.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Hospital Administrators &amp; Healthcare Planners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Facility directors and operational decision-makers.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Health Insurance Companies &amp; Payers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Actuaries, risk analysts, and product managers.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Public Health Policy Makers &amp; Government Agencies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health researchers and policy planners.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0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pPr lvl="0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 &amp; Analysis: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Pandas, NumPy</a:t>
            </a:r>
          </a:p>
          <a:p>
            <a:pPr lvl="0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Matplotlib, Seaborn</a:t>
            </a:r>
          </a:p>
          <a:p>
            <a:pPr lvl="0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Jupyter Notebook / Python Interpreter</a:t>
            </a:r>
          </a:p>
          <a:p>
            <a:pPr lvl="1">
              <a:lnSpc>
                <a:spcPct val="150000"/>
              </a:lnSpc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9F1504-9959-2C2D-A1A8-63389B6433FB}"/>
              </a:ext>
            </a:extLst>
          </p:cNvPr>
          <p:cNvSpPr txBox="1"/>
          <p:nvPr/>
        </p:nvSpPr>
        <p:spPr>
          <a:xfrm>
            <a:off x="614302" y="1608410"/>
            <a:ext cx="56251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dataset contains 2,702 female and 2,488 male patient records, allowing for balanced gender-based utilization comparisons.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FCEF2D-FA5C-E333-9130-B85F8036A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32" y="2705030"/>
            <a:ext cx="5020066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65394-7E8F-003B-42C2-9DF88F31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856057-6C93-8CCA-CDD9-E3065CA226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9ECCC9C-8194-29F8-37FA-AD756F70B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EFF2D03-FCE4-8555-BA89-AF700E2709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F0FC29AE-9A41-23FB-C71C-5287D72FA79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CD5A66-D180-3502-BE01-AC867313D3BA}"/>
              </a:ext>
            </a:extLst>
          </p:cNvPr>
          <p:cNvSpPr txBox="1"/>
          <p:nvPr/>
        </p:nvSpPr>
        <p:spPr>
          <a:xfrm>
            <a:off x="614302" y="1608410"/>
            <a:ext cx="59747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Out of the total patients, 2,298 hold private health insurance (yes), while 2,892 do not (no), highlighting distinct socio-economic splits in healthcare access.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EC5224-CBFB-B6A9-E39F-834E36AD2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43" y="2671739"/>
            <a:ext cx="4053106" cy="3043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B2C91A-87A5-A0AA-252D-3C35446D0878}"/>
              </a:ext>
            </a:extLst>
          </p:cNvPr>
          <p:cNvSpPr txBox="1"/>
          <p:nvPr/>
        </p:nvSpPr>
        <p:spPr>
          <a:xfrm>
            <a:off x="826993" y="5922109"/>
            <a:ext cx="6757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https://github.com/Vitry543/Healthcare-Analytics-For-Doctor-Visit-.git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34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611A6D-022D-4347-AC80-6E479409F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-3586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578</TotalTime>
  <Words>384</Words>
  <Application>Microsoft Office PowerPoint</Application>
  <PresentationFormat>Widescreen</PresentationFormat>
  <Paragraphs>44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Healthcare Analytics For Doctor Visit TIRTC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Manikanta Subbarao B</cp:lastModifiedBy>
  <cp:revision>74</cp:revision>
  <dcterms:created xsi:type="dcterms:W3CDTF">2021-07-11T13:13:15Z</dcterms:created>
  <dcterms:modified xsi:type="dcterms:W3CDTF">2026-10-09T03:51:43Z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